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Note: Clarify that OSI is a conceptual model, whereas TCP/IP is the practical Internet protocol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Networks &amp;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Unit 1: Fundamentals of Network Communications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Types &amp; 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Networks are categorized based on geographic scale and infrastructure:</a:t>
            </a:r>
          </a:p>
          <a:p>
            <a:pPr/>
            <a:r>
              <a:t>Local Area Network (LAN)</a:t>
            </a:r>
          </a:p>
          <a:p>
            <a:pPr lvl="1"/>
            <a:r>
              <a:t>Covers a small area such as a home, office, or university campus</a:t>
            </a:r>
          </a:p>
          <a:p>
            <a:pPr lvl="1"/>
            <a:r>
              <a:t>High data transfer rates (1 Gbps to 10 Gbps) with low latency</a:t>
            </a:r>
          </a:p>
          <a:p>
            <a:pPr/>
            <a:r>
              <a:t>Metropolitan Area Network (MAN)</a:t>
            </a:r>
          </a:p>
          <a:p>
            <a:pPr lvl="1"/>
            <a:r>
              <a:t>Spans a city or regional district connecting enterprise branches</a:t>
            </a:r>
          </a:p>
          <a:p>
            <a:pPr/>
            <a:r>
              <a:t>Wide Area Network (WAN)</a:t>
            </a:r>
          </a:p>
          <a:p>
            <a:pPr lvl="1"/>
            <a:r>
              <a:t>Spans national or global distances using telco backbones and fiber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OSI vs TCP/IP Protocol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731520">
                <a:tc>
                  <a:txBody>
                    <a:bodyPr/>
                    <a:lstStyle/>
                    <a:p>
                      <a:r>
                        <a:t>Layer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OSI 7-Layer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TCP/IP 4-Layer Suite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Application &amp;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Application, Presentation,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Application (HTTP, DNS, SSH)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End-to-End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 Layer (TCP, UDP flow 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 Layer (TCP, UDP)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Packet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Network Layer (Logical IP addressing)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Internet Layer (IPv4, IPv6, ICMP)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Transmission Media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731520">
                <a:tc>
                  <a:txBody>
                    <a:bodyPr/>
                    <a:lstStyle/>
                    <a:p>
                      <a:r>
                        <a:t>Media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Typical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Noise Immunity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Cat6a Twisted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 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 (UTP/STP)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Coaxial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 shielding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Single-mode Fiber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100+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40+ kilometers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Immune (Light pulses)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